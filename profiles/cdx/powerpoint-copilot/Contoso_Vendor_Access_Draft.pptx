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Vendor access during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– please make this look like Contoso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Vendors only between 6 am and 8 pm</a:t>
            </a:r>
          </a:p>
          <a:p>
            <a:r>
              <a:t>Saturday work needs an escort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Parking and check-in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Park in Lot C</a:t>
            </a:r>
          </a:p>
          <a:p>
            <a:r>
              <a:t>Check in at the north entrance</a:t>
            </a:r>
          </a:p>
          <a:p>
            <a:r>
              <a:t>Badge required at all times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Helmet, high-visibility vest and gloves</a:t>
            </a:r>
          </a:p>
          <a:p>
            <a:r>
              <a:t>Stay on marked walkways</a:t>
            </a:r>
          </a:p>
          <a:p>
            <a:r>
              <a:t>Assembly point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