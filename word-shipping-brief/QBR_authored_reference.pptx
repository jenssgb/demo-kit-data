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0F6CBD"/>
            </a:solidFill>
          </c:spPr>
          <c:cat>
            <c:strRef>
              <c:f>Sheet1!$A$2:$A$7</c:f>
              <c:strCache>
                <c:ptCount val="6"/>
                <c:pt idx="0">
                  <c:v>Fabrikam</c:v>
                </c:pt>
                <c:pt idx="1">
                  <c:v>Northwind</c:v>
                </c:pt>
                <c:pt idx="2">
                  <c:v>Tailspin</c:v>
                </c:pt>
                <c:pt idx="3">
                  <c:v>Wide World</c:v>
                </c:pt>
                <c:pt idx="4">
                  <c:v>Adatum</c:v>
                </c:pt>
                <c:pt idx="5">
                  <c:v>Contoso Retail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0.125</c:v>
                </c:pt>
                <c:pt idx="1">
                  <c:v>0.018292682926829267</c:v>
                </c:pt>
                <c:pt idx="2">
                  <c:v>0.09615384615384616</c:v>
                </c:pt>
                <c:pt idx="3">
                  <c:v>0.007246376811594203</c:v>
                </c:pt>
                <c:pt idx="4">
                  <c:v>0.06019417475728155</c:v>
                </c:pt>
                <c:pt idx="5">
                  <c:v>0.01020408163265306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"/>
          <c:min val="0.0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Authored backup for PP-02/PP-03. Rebuild with Copilot during rehearsal. Sources: QBR_notes_Fabrikam.docx and DnD_reconciliation.xlsx. Never present this as a generated result.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QBR_notes_Fabrikam.docx. The carrier ETA is fictional scenario evidence. No delivery or release has been approved. Ask what evidence is needed next.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DnD_reconciliation.xlsx. Formula: (Billed - Contracted) / Contracted. Chart is editable and contains all six customer values. Exactly three exceed 5%; only Fabrikam exceeds 10%. No credit is approved.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QBR_notes_Fabrikam.docx. This intentionally text-based content slide is suitable for the Visualize this slide demonstration. Never use that image transformation on the editable chart.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QBR_notes_Fabrikam.docx. Teresa drafts for review; Billie checks portal evidence; Sonia coordinates specialist handoff. These are synthetic source notes, not proof a meeting assigned tasks.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discussion questions, not shipping or legal advice. Review the actual carrier source before making any commitment. Preserve all unanswered questions.</a:t>
            </a:r>
          </a:p>
          <a:p>
            <a:r>
              <a:t>CONTOSO | SYNTHETIC TRAINING DATA | Not operational, legal or safety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Fabrikam QBR: evidence before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Review the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Highlights and the current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Contoso Star 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Check the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Separate billed amounts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from approved corrections.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Agree next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Open questions, owners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and a review checkpoint.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An arrival estimate is not a delivery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6800" b="1">
                <a:solidFill>
                  <a:srgbClr val="0F6CBD"/>
                </a:solidFill>
                <a:latin typeface="Aptos"/>
              </a:defRPr>
            </a:pPr>
            <a:r>
              <a:t>4711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42424"/>
                </a:solidFill>
                <a:latin typeface="Aptos"/>
              </a:defRPr>
            </a:pPr>
            <a:r>
              <a:t>Fabrikam booking</a:t>
            </a:r>
          </a:p>
          <a:p>
            <a:pPr>
              <a:spcAft>
                <a:spcPts val="1200"/>
              </a:spcAft>
              <a:defRPr sz="2400" b="0">
                <a:solidFill>
                  <a:srgbClr val="242424"/>
                </a:solidFill>
                <a:latin typeface="Aptos"/>
              </a:defRPr>
            </a:pPr>
            <a:r>
              <a:t>4 containers on Contoso Star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6636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4320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30 Oct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9000"/>
            <a:ext cx="4709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14:00 UTC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Estimated port arrival only.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Delivery is unconfirmed.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Three customers exceed 5%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737360"/>
          <a:ext cx="763524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21031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0F6CBD"/>
                </a:solidFill>
                <a:latin typeface="Aptos"/>
              </a:defRPr>
            </a:pPr>
            <a:r>
              <a:t>12.5%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2004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42424"/>
                </a:solidFill>
                <a:latin typeface="Aptos"/>
              </a:defRPr>
            </a:pPr>
            <a:r>
              <a:t>Fabrikam variance</a:t>
            </a:r>
          </a:p>
          <a:p>
            <a:pPr>
              <a:spcAft>
                <a:spcPts val="1200"/>
              </a:spcAft>
              <a:defRPr sz="1900" b="0">
                <a:solidFill>
                  <a:srgbClr val="242424"/>
                </a:solidFill>
                <a:latin typeface="Aptos"/>
              </a:defRPr>
            </a:pPr>
            <a:r>
              <a:t>EUR 12,400 contracted</a:t>
            </a:r>
          </a:p>
          <a:p>
            <a:pPr>
              <a:spcAft>
                <a:spcPts val="1200"/>
              </a:spcAft>
              <a:defRPr sz="1900" b="0">
                <a:solidFill>
                  <a:srgbClr val="242424"/>
                </a:solidFill>
                <a:latin typeface="Aptos"/>
              </a:defRPr>
            </a:pPr>
            <a:r>
              <a:t>EUR 13,950 billed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983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42424"/>
                </a:solidFill>
                <a:latin typeface="Aptos"/>
              </a:defRPr>
            </a:pPr>
            <a:r>
              <a:t>No credit approved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Three open issues still need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6CBD"/>
                </a:solidFill>
                <a:latin typeface="Aptos"/>
              </a:defRPr>
            </a:pPr>
            <a:r>
              <a:t>Missing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42424"/>
                </a:solidFill>
                <a:latin typeface="Aptos"/>
              </a:defRPr>
            </a:pPr>
            <a:r>
              <a:t>Booking 4711 has no consignee contact phone.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6CBD"/>
                </a:solidFill>
                <a:latin typeface="Aptos"/>
              </a:defRPr>
            </a:pPr>
            <a:r>
              <a:t>Unconfirmed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9718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42424"/>
                </a:solidFill>
                <a:latin typeface="Aptos"/>
              </a:defRPr>
            </a:pPr>
            <a:r>
              <a:t>The carrier ETA is not a confirmed delivery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6CBD"/>
                </a:solidFill>
                <a:latin typeface="Aptos"/>
              </a:defRPr>
            </a:pPr>
            <a:r>
              <a:t>Unvalidated invoice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1148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42424"/>
                </a:solidFill>
                <a:latin typeface="Aptos"/>
              </a:defRPr>
            </a:pPr>
            <a:r>
              <a:t>A billing difference does not prove an approved credit.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Owners are clear; approvals are still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Teresa Sac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Draft the customer notice.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Keep it unsent for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Billie Vester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Check the portal against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written carrier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74720" cy="3291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F6CB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42424"/>
                </a:solidFill>
                <a:latin typeface="Aptos"/>
              </a:defRPr>
            </a:pPr>
            <a:r>
              <a:t>Sonia 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29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Coordinate the qualified</a:t>
            </a:r>
          </a:p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specialist's handoff.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6CBD"/>
                </a:solidFill>
                <a:latin typeface="Aptos"/>
              </a:defRPr>
            </a:pPr>
            <a:r>
              <a:t>CONTOSO  /  FICTIONAL SHIPPING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42424"/>
                </a:solidFill>
                <a:latin typeface="Aptos"/>
              </a:defRPr>
            </a:pPr>
            <a:r>
              <a:t>What evidence would change the decision?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80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AUTHORED REHEARSAL REFERENCE  |  Not a Copilot result or an approved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080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4242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1828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0" b="1">
                <a:solidFill>
                  <a:srgbClr val="0F6CBD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65960"/>
            <a:ext cx="8686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242424"/>
                </a:solidFill>
                <a:latin typeface="Aptos"/>
              </a:defRPr>
            </a:pPr>
            <a:r>
              <a:t>Who will obtain the missing contact phone?</a:t>
            </a:r>
          </a:p>
          <a:p>
            <a:pPr>
              <a:spcAft>
                <a:spcPts val="1200"/>
              </a:spcAft>
              <a:defRPr sz="2600" b="0">
                <a:solidFill>
                  <a:srgbClr val="242424"/>
                </a:solidFill>
                <a:latin typeface="Aptos"/>
              </a:defRPr>
            </a:pPr>
            <a:r>
              <a:t>What confirms delivery, rather than arrival?</a:t>
            </a:r>
          </a:p>
          <a:p>
            <a:pPr>
              <a:spcAft>
                <a:spcPts val="1200"/>
              </a:spcAft>
              <a:defRPr sz="2600" b="0">
                <a:solidFill>
                  <a:srgbClr val="242424"/>
                </a:solidFill>
                <a:latin typeface="Aptos"/>
              </a:defRPr>
            </a:pPr>
            <a:r>
              <a:t>Which invoice evidence explains each difference?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42424"/>
                </a:solidFill>
                <a:latin typeface="Aptos"/>
              </a:defRPr>
            </a:pPr>
            <a:r>
              <a:t>Next carrier update in the fictional scenario: 29 Oct 2026, 16:00 UTC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QBR - authored rehearsal reference</dc:title>
  <dc:subject/>
  <dc:creator>Contoso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