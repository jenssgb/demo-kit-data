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oso_Brand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ontos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10312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Fargo expansion: where we 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Segoe UI"/>
              </a:rPr>
              <a:t>Operations update · Week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We are on track for go-live on Jun 22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600" b="1">
                <a:solidFill>
                  <a:srgbClr val="0B3D91"/>
                </a:solidFill>
                <a:latin typeface="Segoe UI Semibold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B2B2B"/>
                </a:solidFill>
                <a:latin typeface="Segoe UI"/>
              </a:rPr>
              <a:t>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Segoe UI"/>
              </a:rPr>
              <a:t>total project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600" b="1">
                <a:solidFill>
                  <a:srgbClr val="00A3A1"/>
                </a:solidFill>
                <a:latin typeface="Segoe UI Semibold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B2B2B"/>
                </a:solidFill>
                <a:latin typeface="Segoe UI"/>
              </a:rPr>
              <a:t>of 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794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Segoe UI"/>
              </a:rPr>
              <a:t>weeks completed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199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600" b="1">
                <a:solidFill>
                  <a:srgbClr val="FFB000"/>
                </a:solidFill>
                <a:latin typeface="Segoe UI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199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B2B2B"/>
                </a:solidFill>
                <a:latin typeface="Segoe UI"/>
              </a:rPr>
              <a:t>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794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Segoe UI"/>
              </a:rPr>
              <a:t>possible delay (electrical)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Dock 3 closes on Apr 27 – inbound moves to Dock 2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64592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All inbound trucks use Gate 4 and Dock 2 from Apr 27.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Carriers are informed; two still need confirmation (Teresa).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Extra Saturday shifts at Dock 2 for wave 1 (A items).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Yellow forklift floor markings in Hall 2 ordered (Vance).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East corridor escape route is closed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64592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Detour via mezzanine A and the north stairs.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New assembly point: C.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PPE required in all zones next to the construction site.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Updated evacuation maps go up in every hall this week (Sonia).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37360"/>
            <a:ext cx="3840480" cy="1828800"/>
          </a:xfrm>
          <a:prstGeom prst="roundRect">
            <a:avLst/>
          </a:prstGeom>
          <a:solidFill>
            <a:srgbClr val="FF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2B2B2B"/>
                </a:solidFill>
                <a:latin typeface="Segoe UI Semibold"/>
              </a:rPr>
              <a:t>Not all new maps are up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Next steps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8521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What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Who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By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Confirm remaining carriers for Dock 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Teresa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20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Approve sprinkler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Facility + insurer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Train shift leads on new safety rules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Sonia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24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Floor markings Hall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